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50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41F968-4E38-4753-8136-BB32A03440E1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B57BA-8C20-4BFF-9BB0-D39BB8AE6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924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B57BA-8C20-4BFF-9BB0-D39BB8AE66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72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D03FB3-E4CD-2DE8-9F60-E406251B8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shtavinayak_Entrance_Background_With_N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46304"/>
            <a:ext cx="108813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806586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1ECF7"/>
                </a:solidFill>
                <a:latin typeface="Aptos"/>
              </a:defRPr>
            </a:pPr>
            <a:r>
              <a: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web-based visitor management solution for residential society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10789920" cy="3246120"/>
          </a:xfrm>
          <a:prstGeom prst="roundRect">
            <a:avLst/>
          </a:prstGeom>
          <a:solidFill>
            <a:srgbClr val="091B2F"/>
          </a:solidFill>
          <a:ln>
            <a:solidFill>
              <a:srgbClr val="6E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73152" cy="3246120"/>
          </a:xfrm>
          <a:prstGeom prst="rect">
            <a:avLst/>
          </a:prstGeom>
          <a:solidFill>
            <a:srgbClr val="28A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10378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8AEFF"/>
                </a:solidFill>
                <a:latin typeface="Aptos"/>
              </a:defRPr>
            </a:pPr>
            <a:r>
              <a:rPr dirty="0"/>
              <a:t>Presentation Opening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41448"/>
            <a:ext cx="103784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everyone, my name is Mayur Mohite.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 I am going to demonstrate my Software Engineering Mini Project,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Ashtavinayak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City Security Management System.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web-based visitor management system developed for residential society security management.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632704"/>
            <a:ext cx="998561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8AEFF"/>
                </a:solidFill>
                <a:latin typeface="Aptos"/>
              </a:defRPr>
            </a:pPr>
            <a:r>
              <a:rPr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Focus: </a:t>
            </a:r>
            <a:r>
              <a:rPr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Visitor Registration  </a:t>
            </a:r>
            <a:r>
              <a:rPr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Resident Approval  </a:t>
            </a:r>
            <a:r>
              <a:rPr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Entry &amp; Exit Tracking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shtavinayak_Entrance_Background_With_N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55448"/>
            <a:ext cx="109270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1ECF7"/>
                </a:solidFill>
                <a:latin typeface="Aptos"/>
              </a:defRPr>
            </a:pPr>
            <a:r>
              <a:t>Why a centralized digital visitor management system is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84248"/>
            <a:ext cx="5257800" cy="4160520"/>
          </a:xfrm>
          <a:prstGeom prst="roundRect">
            <a:avLst/>
          </a:prstGeom>
          <a:solidFill>
            <a:srgbClr val="091B2F"/>
          </a:solidFill>
          <a:ln>
            <a:solidFill>
              <a:srgbClr val="6E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85800" y="1993392"/>
            <a:ext cx="73152" cy="4160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148840"/>
            <a:ext cx="326448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Aptos"/>
              </a:defRPr>
            </a:pPr>
            <a:r>
              <a:rPr dirty="0">
                <a:solidFill>
                  <a:schemeClr val="accent1"/>
                </a:solidFill>
              </a:rPr>
              <a:t>Traditional Manual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88336"/>
            <a:ext cx="48463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  <a:defRPr sz="1500">
                <a:solidFill>
                  <a:srgbClr val="F8FAFC"/>
                </a:solidFill>
                <a:latin typeface="Aptos"/>
              </a:defRPr>
            </a:pPr>
            <a:r>
              <a:rPr dirty="0"/>
              <a:t>Visitor details are maintained manually.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  <a:defRPr sz="1500">
                <a:solidFill>
                  <a:srgbClr val="F8FAFC"/>
                </a:solidFill>
                <a:latin typeface="Aptos"/>
              </a:defRPr>
            </a:pPr>
            <a:r>
              <a:rPr dirty="0"/>
              <a:t>Approval records may be difficult to track.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  <a:defRPr sz="1500">
                <a:solidFill>
                  <a:srgbClr val="F8FAFC"/>
                </a:solidFill>
                <a:latin typeface="Aptos"/>
              </a:defRPr>
            </a:pPr>
            <a:r>
              <a:rPr dirty="0"/>
              <a:t>Entry and exit information is recorded manually.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Ø"/>
              <a:defRPr sz="1500">
                <a:solidFill>
                  <a:srgbClr val="F8FAFC"/>
                </a:solidFill>
                <a:latin typeface="Aptos"/>
              </a:defRPr>
            </a:pPr>
            <a:r>
              <a:rPr dirty="0"/>
              <a:t>Managing and retrieving visitor history can be difficult.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002536"/>
            <a:ext cx="5257800" cy="4160520"/>
          </a:xfrm>
          <a:prstGeom prst="roundRect">
            <a:avLst/>
          </a:prstGeom>
          <a:solidFill>
            <a:srgbClr val="091B2F"/>
          </a:solidFill>
          <a:ln>
            <a:solidFill>
              <a:srgbClr val="6E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2029968"/>
            <a:ext cx="73152" cy="41605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47688" y="2130552"/>
            <a:ext cx="233692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8AEFF"/>
                </a:solidFill>
                <a:latin typeface="Aptos"/>
              </a:defRPr>
            </a:pPr>
            <a:r>
              <a:rPr dirty="0">
                <a:solidFill>
                  <a:schemeClr val="accent6"/>
                </a:solidFill>
              </a:rPr>
              <a:t>Proposed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88336"/>
            <a:ext cx="48463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rPr dirty="0"/>
              <a:t>The project provides a centralized digital system for managing the complete visitor entry and exit process.</a:t>
            </a:r>
            <a:br>
              <a:rPr dirty="0"/>
            </a:br>
            <a:br>
              <a:rPr dirty="0"/>
            </a:br>
            <a:r>
              <a:rPr dirty="0"/>
              <a:t>It brings visitor registration, resident approval, security tracking and visitor history into one web-based system.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shtavinayak_Entrance_Background_With_N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9224" y="201168"/>
            <a:ext cx="101041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8FAFC"/>
                </a:solidFill>
                <a:latin typeface="Aptos Display"/>
              </a:defRPr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66688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1ECF7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technologies and platform components used in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154680" cy="1600200"/>
          </a:xfrm>
          <a:prstGeom prst="roundRect">
            <a:avLst/>
          </a:prstGeom>
          <a:solidFill>
            <a:srgbClr val="091B2F"/>
          </a:solidFill>
          <a:ln>
            <a:solidFill>
              <a:srgbClr val="6E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73152" cy="1600200"/>
          </a:xfrm>
          <a:prstGeom prst="rect">
            <a:avLst/>
          </a:prstGeom>
          <a:solidFill>
            <a:srgbClr val="FF9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Backend programming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645920"/>
            <a:ext cx="3154680" cy="1600200"/>
          </a:xfrm>
          <a:prstGeom prst="roundRect">
            <a:avLst/>
          </a:prstGeom>
          <a:solidFill>
            <a:srgbClr val="091B2F"/>
          </a:solidFill>
          <a:ln>
            <a:solidFill>
              <a:srgbClr val="6E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0" y="1645920"/>
            <a:ext cx="73152" cy="1600200"/>
          </a:xfrm>
          <a:prstGeom prst="rect">
            <a:avLst/>
          </a:prstGeom>
          <a:solidFill>
            <a:srgbClr val="3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182880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Aptos"/>
              </a:defRPr>
            </a:pPr>
            <a:r>
              <a:t>Flask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39572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Web application framework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645920"/>
            <a:ext cx="3154680" cy="1600200"/>
          </a:xfrm>
          <a:prstGeom prst="roundRect">
            <a:avLst/>
          </a:prstGeom>
          <a:solidFill>
            <a:srgbClr val="091B2F"/>
          </a:solidFill>
          <a:ln>
            <a:solidFill>
              <a:srgbClr val="6E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43800" y="1645920"/>
            <a:ext cx="73152" cy="1600200"/>
          </a:xfrm>
          <a:prstGeom prst="rect">
            <a:avLst/>
          </a:prstGeom>
          <a:solidFill>
            <a:srgbClr val="1EB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0" y="182880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39572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Database management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3154680" cy="1600200"/>
          </a:xfrm>
          <a:prstGeom prst="roundRect">
            <a:avLst/>
          </a:prstGeom>
          <a:solidFill>
            <a:srgbClr val="091B2F"/>
          </a:solidFill>
          <a:ln>
            <a:solidFill>
              <a:srgbClr val="6E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657600"/>
            <a:ext cx="73152" cy="1600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Aptos"/>
              </a:defRPr>
            </a:pPr>
            <a:r>
              <a:t>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0740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Web page structure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3657600"/>
            <a:ext cx="3154680" cy="1600200"/>
          </a:xfrm>
          <a:prstGeom prst="roundRect">
            <a:avLst/>
          </a:prstGeom>
          <a:solidFill>
            <a:srgbClr val="091B2F"/>
          </a:solidFill>
          <a:ln>
            <a:solidFill>
              <a:srgbClr val="6E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14800" y="3657600"/>
            <a:ext cx="73152" cy="1600200"/>
          </a:xfrm>
          <a:prstGeom prst="rect">
            <a:avLst/>
          </a:prstGeom>
          <a:solidFill>
            <a:srgbClr val="EB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43400" y="384048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Aptos"/>
              </a:defRPr>
            </a:pPr>
            <a:r>
              <a:t>CSS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40740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User interface styling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3657600"/>
            <a:ext cx="3154680" cy="1600200"/>
          </a:xfrm>
          <a:prstGeom prst="roundRect">
            <a:avLst/>
          </a:prstGeom>
          <a:solidFill>
            <a:srgbClr val="091B2F"/>
          </a:solidFill>
          <a:ln>
            <a:solidFill>
              <a:srgbClr val="6E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543800" y="3657600"/>
            <a:ext cx="73152" cy="1600200"/>
          </a:xfrm>
          <a:prstGeom prst="rect">
            <a:avLst/>
          </a:prstGeom>
          <a:solidFill>
            <a:srgbClr val="A05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0" y="384048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Aptos"/>
              </a:defRPr>
            </a:pPr>
            <a:r>
              <a:t>Telegram Bot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407408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  <a:latin typeface="Aptos"/>
              </a:defRPr>
            </a:pPr>
            <a:r>
              <a:t>Resident approval communication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897880"/>
            <a:ext cx="845936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8AEFF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Next: Live practical demonstration of the system on the laptop.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201</Words>
  <Application>Microsoft Office PowerPoint</Application>
  <PresentationFormat>Widescreen</PresentationFormat>
  <Paragraphs>30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Mayur Mohite</cp:lastModifiedBy>
  <cp:revision>3</cp:revision>
  <dcterms:created xsi:type="dcterms:W3CDTF">2013-01-27T09:14:16Z</dcterms:created>
  <dcterms:modified xsi:type="dcterms:W3CDTF">2026-09-27T20:01:22Z</dcterms:modified>
  <cp:category/>
</cp:coreProperties>
</file>